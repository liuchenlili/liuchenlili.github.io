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9" r:id="rId4"/>
    <p:sldId id="258" r:id="rId5"/>
    <p:sldId id="257" r:id="rId6"/>
    <p:sldId id="260" r:id="rId7"/>
    <p:sldId id="262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8E0E2-B197-4C35-904F-9E8495D5C104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3B401-216D-402D-8D44-6F256D840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05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3B401-216D-402D-8D44-6F256D840BB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645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26DD7-EF27-4723-B9C1-DBF6A99F4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934EB5-7BF2-424E-9E51-4513AD284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3A0ED2-C861-4628-800E-202D68E2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79890E-CF11-432F-9460-C01DB385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D3DE26-F4CD-4BEA-99D9-382BE7F5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34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2BEE7-9830-4E58-95E5-F577876A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FA9123-F398-4DA2-A64E-5AE7CC6EF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25B27-5A45-4D45-9358-4D19B27DA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0BD675-3FA0-441F-97D0-8FCC2DAA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87AEF4-177A-4BF9-9551-F9764A85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97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F2D31-FA3C-49E8-B463-0CFCF796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6FA3D3-80DC-4981-B916-D75873C01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A89278-B5BA-4BFF-AED7-3C03A426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7CBA1-04BD-4A65-B3D7-1CAB443A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33E36-A5AF-4505-A89D-B1ED2EFA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14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64BC4-32F3-489D-B611-8AC60B945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68C4EF-B50D-403F-9DA9-7F05F18F9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DF19B1-E134-48EF-8558-88F45AEC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C88D8A-2BFF-4825-BD9D-F965BF5B1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905562-7FFA-48A8-8E50-D0818028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632BD6-FCFF-427C-AA00-3823AFC99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31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2DC0B-5774-41FD-B8F1-E2CF6F6C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BBD489-8063-4986-86FB-D6D6CC160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050E23-D66B-4DD3-ADE0-C2A9FE64A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4EE385-AF76-44C7-B268-2CB0181FC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A4E908-483F-457B-BF7E-F6138794A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281B47-55D6-40AF-AD00-CDB63D34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D36065-7C66-476A-9487-0B7F94B6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361BC5-AE8F-4AA1-B155-62414ED1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05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6A555-1B32-4A1C-BC6A-0AB2E385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2837E2-0155-426D-8D86-A87D5608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6F03FB-5825-4FA1-9E92-31D8A77B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D717BA-FC17-4725-B53F-59281C0B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68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B632EC-9C51-4369-BB5E-FCBD3904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456DBB-9E79-4CC9-8804-F775CDC3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FA9ACE-6171-4D9F-ADF0-4926EB5B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607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3C08D-209F-42A5-BE28-AD0ED622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603DEB-0807-456F-AD0A-D4FD5FD51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98F985-804E-44FA-A5CC-4CE7EFE70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0DE42C-4D9B-4A02-A71F-70376C70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34D5EB-93DE-4F5C-A452-38583CAB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0F4812-B53C-4EE4-A1AD-AF6240B34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444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69CE7-9ED4-4509-AA23-8FEBF73FF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88B9F6-7F40-4398-AEA8-FCB8258EF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CE3471-9C6E-4DBE-B71C-5CC24EECB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170108-8ACB-4CDE-9209-9036999B3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819E97-23D0-46D4-B22D-8D19A1372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015B07-091A-43A5-B5CE-2FFF2AB2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775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A288F-1D4C-4FE1-BC45-C2CF8356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BF56AC-6933-4410-B02E-D8A5C7B2A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663392-3503-4373-A3BB-0396179E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B2213E-90A0-4EC2-95FD-3FD56DDD8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1ABB22-CA0C-4D08-A139-88BDF8912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648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920FD5-49DD-4848-A7BC-58C1DBD4A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FCE7D0-C1B1-4039-9186-FED809A31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82849E-BFFA-4CD0-A11B-3E1E9A811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B1366A-94EF-4FA2-B9A0-D3533B089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0D61E8-B866-4EF8-B986-87594A8B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37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216B65-23E8-48F5-BC7B-B1FF80B35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2D94F0-DE4D-4404-9F64-BC4AD121E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04B1C0-5CC0-46CD-B7B8-68D15A5A4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05F94-E789-4856-B1C9-8EF05D77C3D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9EDE1E-6A7F-4A35-BF04-CAF415DC0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42B06-291C-472A-B753-108346F0F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93CD7-C25F-49AF-B59C-6B5340A95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485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666C7-6775-409A-92D2-0C90521C2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zh-CN" altLang="en-US" dirty="0"/>
              <a:t>学习汇报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2912E3-E61C-4543-ACEB-C137E4899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25.11.19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483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9476FD6-1AA7-4B44-AD98-C5C9A5EC2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7" y="-179310"/>
            <a:ext cx="9909947" cy="25948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8D1F6D0-98F8-4EF8-ADB8-82629D7B7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505" y="2415564"/>
            <a:ext cx="7560638" cy="29682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E74784D-962A-42AA-BA23-3B30840B6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706" y="5263737"/>
            <a:ext cx="9106918" cy="115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1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3D1A04D-A659-40A6-A01A-A3860334C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967" y="276619"/>
            <a:ext cx="6228571" cy="6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8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E62C5C3-1160-4327-92AF-BCA95EA79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682" y="1189516"/>
            <a:ext cx="7863075" cy="447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17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24419A-B085-44AD-AE75-828870670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929000"/>
            <a:ext cx="9000000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8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C1A6A49-4C9E-4FDC-B74E-2A88EA51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48" y="280830"/>
            <a:ext cx="10863303" cy="565001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5E638FC-26CA-4AE1-9F0F-92BFC0021E6D}"/>
              </a:ext>
            </a:extLst>
          </p:cNvPr>
          <p:cNvSpPr/>
          <p:nvPr/>
        </p:nvSpPr>
        <p:spPr>
          <a:xfrm>
            <a:off x="853439" y="5907920"/>
            <a:ext cx="965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仅使用</a:t>
            </a:r>
            <a:r>
              <a:rPr lang="en-US" altLang="zh-CN" dirty="0"/>
              <a:t>V-RMPNN</a:t>
            </a:r>
          </a:p>
          <a:p>
            <a:r>
              <a:rPr lang="en-US" altLang="zh-CN" dirty="0"/>
              <a:t>V-RMPNN+MLP</a:t>
            </a:r>
            <a:r>
              <a:rPr lang="zh-CN" altLang="en-US" dirty="0"/>
              <a:t>消息内聚</a:t>
            </a:r>
            <a:r>
              <a:rPr lang="en-US" altLang="zh-CN" dirty="0"/>
              <a:t>  </a:t>
            </a:r>
            <a:r>
              <a:rPr lang="zh-CN" altLang="en-US" b="1" dirty="0"/>
              <a:t>0.416 0.324 0.598</a:t>
            </a:r>
          </a:p>
        </p:txBody>
      </p:sp>
    </p:spTree>
    <p:extLst>
      <p:ext uri="{BB962C8B-B14F-4D97-AF65-F5344CB8AC3E}">
        <p14:creationId xmlns:p14="http://schemas.microsoft.com/office/powerpoint/2010/main" val="298656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4FDB54A-6158-4250-8F00-3D4F15AD0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3197"/>
            <a:ext cx="11959329" cy="603688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765F3E9-CEF6-4926-AAC0-072E10CBD6EE}"/>
              </a:ext>
            </a:extLst>
          </p:cNvPr>
          <p:cNvSpPr/>
          <p:nvPr/>
        </p:nvSpPr>
        <p:spPr>
          <a:xfrm>
            <a:off x="373364" y="177917"/>
            <a:ext cx="30973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KnowFormer  </a:t>
            </a:r>
            <a:r>
              <a:rPr lang="en-US" altLang="zh-CN" sz="2000" b="1" dirty="0"/>
              <a:t>VS </a:t>
            </a:r>
            <a:r>
              <a:rPr lang="en-US" altLang="zh-CN" sz="2000" b="1" dirty="0" err="1"/>
              <a:t>NBFNet</a:t>
            </a:r>
            <a:endParaRPr lang="zh-CN" altLang="en-US" sz="20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52EA1F-BBD6-4823-9483-6171F39E2069}"/>
              </a:ext>
            </a:extLst>
          </p:cNvPr>
          <p:cNvSpPr/>
          <p:nvPr/>
        </p:nvSpPr>
        <p:spPr>
          <a:xfrm>
            <a:off x="4795644" y="578027"/>
            <a:ext cx="1356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V-RMPNN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1485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3220F95-900F-4BD6-B4A0-4621E1B73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64" y="578027"/>
            <a:ext cx="10647156" cy="608792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151AE34-CED2-4316-BA11-10C0C94D4D3D}"/>
              </a:ext>
            </a:extLst>
          </p:cNvPr>
          <p:cNvSpPr/>
          <p:nvPr/>
        </p:nvSpPr>
        <p:spPr>
          <a:xfrm>
            <a:off x="373364" y="177917"/>
            <a:ext cx="30973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KnowFormer  </a:t>
            </a:r>
            <a:r>
              <a:rPr lang="en-US" altLang="zh-CN" sz="2000" b="1" dirty="0"/>
              <a:t>VS </a:t>
            </a:r>
            <a:r>
              <a:rPr lang="en-US" altLang="zh-CN" sz="2000" b="1" dirty="0" err="1"/>
              <a:t>NBFNet</a:t>
            </a:r>
            <a:endParaRPr lang="zh-CN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D38B8B-5AD7-4E69-8471-4BAB3E984CEE}"/>
              </a:ext>
            </a:extLst>
          </p:cNvPr>
          <p:cNvSpPr/>
          <p:nvPr/>
        </p:nvSpPr>
        <p:spPr>
          <a:xfrm>
            <a:off x="4795644" y="578027"/>
            <a:ext cx="679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NBF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054419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6A7CEC-6A5D-4663-A69A-6F8E4BBDB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62" y="1343285"/>
            <a:ext cx="9790476" cy="417142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76A91F0-A119-46FD-A98A-0C71C8EB55DB}"/>
              </a:ext>
            </a:extLst>
          </p:cNvPr>
          <p:cNvSpPr/>
          <p:nvPr/>
        </p:nvSpPr>
        <p:spPr>
          <a:xfrm>
            <a:off x="790824" y="544618"/>
            <a:ext cx="998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/>
              <a:t>NBFNet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3894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B46D57E-EA9E-4A6B-BD48-22BEA6F50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857" y="786143"/>
            <a:ext cx="9914286" cy="528571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6E63DE5-14B8-4F92-AB6A-A7282190824F}"/>
              </a:ext>
            </a:extLst>
          </p:cNvPr>
          <p:cNvSpPr/>
          <p:nvPr/>
        </p:nvSpPr>
        <p:spPr>
          <a:xfrm>
            <a:off x="435224" y="490974"/>
            <a:ext cx="998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/>
              <a:t>NBFNet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835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32</Words>
  <Application>Microsoft Office PowerPoint</Application>
  <PresentationFormat>宽屏</PresentationFormat>
  <Paragraphs>12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学习汇报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epsoft</dc:creator>
  <cp:lastModifiedBy>epsoft</cp:lastModifiedBy>
  <cp:revision>8</cp:revision>
  <dcterms:created xsi:type="dcterms:W3CDTF">2025-11-18T02:31:49Z</dcterms:created>
  <dcterms:modified xsi:type="dcterms:W3CDTF">2025-11-18T08:34:38Z</dcterms:modified>
</cp:coreProperties>
</file>