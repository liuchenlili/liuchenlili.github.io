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65" r:id="rId3"/>
    <p:sldId id="259" r:id="rId4"/>
    <p:sldId id="258" r:id="rId5"/>
    <p:sldId id="257" r:id="rId6"/>
    <p:sldId id="262" r:id="rId7"/>
    <p:sldId id="261" r:id="rId8"/>
    <p:sldId id="260" r:id="rId9"/>
    <p:sldId id="263" r:id="rId10"/>
    <p:sldId id="264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3" d="100"/>
          <a:sy n="63" d="100"/>
        </p:scale>
        <p:origin x="78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88E0E2-B197-4C35-904F-9E8495D5C104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C3B401-216D-402D-8D44-6F256D840BB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90524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C3B401-216D-402D-8D44-6F256D840BB3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26459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626DD7-EF27-4723-B9C1-DBF6A99F4F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6934EB5-7BF2-424E-9E51-4513AD2845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D3A0ED2-C861-4628-800E-202D68E23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05F94-E789-4856-B1C9-8EF05D77C3DD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79890E-CF11-432F-9460-C01DB385B0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9D3DE26-F4CD-4BEA-99D9-382BE7F57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93CD7-C25F-49AF-B59C-6B5340A951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703483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42BEE7-9830-4E58-95E5-F577876AC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EFA9123-F398-4DA2-A64E-5AE7CC6EFA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DB25B27-5A45-4D45-9358-4D19B27DA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05F94-E789-4856-B1C9-8EF05D77C3DD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90BD675-3FA0-441F-97D0-8FCC2DAADD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487AEF4-177A-4BF9-9551-F9764A85F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93CD7-C25F-49AF-B59C-6B5340A951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39717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EF2D31-FA3C-49E8-B463-0CFCF79608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6FA3D3-80DC-4981-B916-D75873C011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AA89278-B5BA-4BFF-AED7-3C03A426E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05F94-E789-4856-B1C9-8EF05D77C3DD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3A7CBA1-04BD-4A65-B3D7-1CAB443A8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FE33E36-A5AF-4505-A89D-B1ED2EFAD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93CD7-C25F-49AF-B59C-6B5340A951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61431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DE64BC4-32F3-489D-B611-8AC60B945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F68C4EF-B50D-403F-9DA9-7F05F18F939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2DF19B1-E134-48EF-8558-88F45AECE3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7C88D8A-2BFF-4825-BD9D-F965BF5B1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05F94-E789-4856-B1C9-8EF05D77C3DD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1905562-7FFA-48A8-8E50-D08180283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E632BD6-FCFF-427C-AA00-3823AFC993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93CD7-C25F-49AF-B59C-6B5340A951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8314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A2DC0B-5774-41FD-B8F1-E2CF6F6C0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8BBD489-8063-4986-86FB-D6D6CC160C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E050E23-D66B-4DD3-ADE0-C2A9FE64A2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64EE385-AF76-44C7-B268-2CB0181FCC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2A4E908-483F-457B-BF7E-F6138794A7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1281B47-55D6-40AF-AD00-CDB63D34C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05F94-E789-4856-B1C9-8EF05D77C3DD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CD36065-7C66-476A-9487-0B7F94B69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F361BC5-AE8F-4AA1-B155-62414ED14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93CD7-C25F-49AF-B59C-6B5340A951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790571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786A555-1B32-4A1C-BC6A-0AB2E385E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F2837E2-0155-426D-8D86-A87D560847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05F94-E789-4856-B1C9-8EF05D77C3DD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26F03FB-5825-4FA1-9E92-31D8A77BE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7D717BA-FC17-4725-B53F-59281C0B0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93CD7-C25F-49AF-B59C-6B5340A951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5688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5B632EC-9C51-4369-BB5E-FCBD39041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05F94-E789-4856-B1C9-8EF05D77C3DD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A456DBB-9E79-4CC9-8804-F775CDC34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1FA9ACE-6171-4D9F-ADF0-4926EB5BC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93CD7-C25F-49AF-B59C-6B5340A951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76074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03C08D-209F-42A5-BE28-AD0ED622F7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603DEB-0807-456F-AD0A-D4FD5FD517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B98F985-804E-44FA-A5CC-4CE7EFE70F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70DE42C-4D9B-4A02-A71F-70376C709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05F94-E789-4856-B1C9-8EF05D77C3DD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634D5EB-93DE-4F5C-A452-38583CAB0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A0F4812-B53C-4EE4-A1AD-AF6240B34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93CD7-C25F-49AF-B59C-6B5340A951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54445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169CE7-9ED4-4509-AA23-8FEBF73FF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E88B9F6-7F40-4398-AEA8-FCB8258EF5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FCE3471-9C6E-4DBE-B71C-5CC24EECBF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7170108-8ACB-4CDE-9209-9036999B3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05F94-E789-4856-B1C9-8EF05D77C3DD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1819E97-23D0-46D4-B22D-8D19A1372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3015B07-091A-43A5-B5CE-2FFF2AB22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93CD7-C25F-49AF-B59C-6B5340A951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57756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6A288F-1D4C-4FE1-BC45-C2CF8356D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BF56AC-6933-4410-B02E-D8A5C7B2A4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9663392-3503-4373-A3BB-0396179E6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05F94-E789-4856-B1C9-8EF05D77C3DD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AB2213E-90A0-4EC2-95FD-3FD56DDD89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31ABB22-CA0C-4D08-A139-88BDF8912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93CD7-C25F-49AF-B59C-6B5340A951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76489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3920FD5-49DD-4848-A7BC-58C1DBD4AF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DFCE7D0-C1B1-4039-9186-FED809A31F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82849E-BFFA-4CD0-A11B-3E1E9A811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05F94-E789-4856-B1C9-8EF05D77C3DD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B1366A-94EF-4FA2-B9A0-D3533B089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20D61E8-B866-4EF8-B986-87594A8B4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93CD7-C25F-49AF-B59C-6B5340A951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33726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A216B65-23E8-48F5-BC7B-B1FF80B35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C2D94F0-DE4D-4404-9F64-BC4AD121E7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504B1C0-5CC0-46CD-B7B8-68D15A5A4F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B05F94-E789-4856-B1C9-8EF05D77C3DD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A9EDE1E-6A7F-4A35-BF04-CAF415DC06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6C42B06-291C-472A-B753-108346F0FF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93CD7-C25F-49AF-B59C-6B5340A951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9485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0666C7-6775-409A-92D2-0C90521C25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r>
              <a:rPr lang="zh-CN" altLang="en-US" dirty="0"/>
              <a:t>学习汇报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A2912E3-E61C-4543-ACEB-C137E4899F9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altLang="zh-CN" dirty="0"/>
          </a:p>
          <a:p>
            <a:r>
              <a:rPr lang="en-US" altLang="zh-CN" dirty="0"/>
              <a:t>25.11.19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348384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39476FD6-1AA7-4B44-AD98-C5C9A5EC25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677" y="-179310"/>
            <a:ext cx="9909947" cy="2594874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8D1F6D0-98F8-4EF8-ADB8-82629D7B75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1505" y="2415564"/>
            <a:ext cx="7560638" cy="2968250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5E74784D-962A-42AA-BA23-3B30840B66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3706" y="5263737"/>
            <a:ext cx="9106918" cy="1157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2410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03D1A04D-A659-40A6-A01A-A3860334C1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7967" y="276619"/>
            <a:ext cx="6228571" cy="630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3880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3E62C5C3-1160-4327-92AF-BCA95EA797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682" y="1189516"/>
            <a:ext cx="7863075" cy="4478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717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1824419A-B085-44AD-AE75-828870670F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120" y="929000"/>
            <a:ext cx="9000000" cy="5000000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F1FE57D4-DF8E-468E-AB9F-E0944D480F43}"/>
              </a:ext>
            </a:extLst>
          </p:cNvPr>
          <p:cNvSpPr/>
          <p:nvPr/>
        </p:nvSpPr>
        <p:spPr>
          <a:xfrm>
            <a:off x="681560" y="480174"/>
            <a:ext cx="12923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/>
              <a:t>V-RMPNN</a:t>
            </a:r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32453870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44FDB54A-6158-4250-8F00-3D4F15AD00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43197"/>
            <a:ext cx="11959329" cy="6036886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B765F3E9-CEF6-4926-AAC0-072E10CBD6EE}"/>
              </a:ext>
            </a:extLst>
          </p:cNvPr>
          <p:cNvSpPr/>
          <p:nvPr/>
        </p:nvSpPr>
        <p:spPr>
          <a:xfrm>
            <a:off x="373364" y="177917"/>
            <a:ext cx="309732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000" b="1" dirty="0"/>
              <a:t>KnowFormer  </a:t>
            </a:r>
            <a:r>
              <a:rPr lang="en-US" altLang="zh-CN" sz="2000" b="1" dirty="0"/>
              <a:t>VS </a:t>
            </a:r>
            <a:r>
              <a:rPr lang="en-US" altLang="zh-CN" sz="2000" b="1" dirty="0" err="1"/>
              <a:t>NBFNet</a:t>
            </a:r>
            <a:endParaRPr lang="zh-CN" altLang="en-US" sz="2000" b="1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952EA1F-BBD6-4823-9483-6171F39E2069}"/>
              </a:ext>
            </a:extLst>
          </p:cNvPr>
          <p:cNvSpPr/>
          <p:nvPr/>
        </p:nvSpPr>
        <p:spPr>
          <a:xfrm>
            <a:off x="4795644" y="578027"/>
            <a:ext cx="13564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/>
              <a:t>V-RMPNN </a:t>
            </a:r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33148524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D3220F95-900F-4BD6-B4A0-4621E1B739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364" y="578027"/>
            <a:ext cx="10647156" cy="608792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4151AE34-CED2-4316-BA11-10C0C94D4D3D}"/>
              </a:ext>
            </a:extLst>
          </p:cNvPr>
          <p:cNvSpPr/>
          <p:nvPr/>
        </p:nvSpPr>
        <p:spPr>
          <a:xfrm>
            <a:off x="373364" y="177917"/>
            <a:ext cx="309732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000" b="1" dirty="0"/>
              <a:t>KnowFormer  </a:t>
            </a:r>
            <a:r>
              <a:rPr lang="en-US" altLang="zh-CN" sz="2000" b="1" dirty="0"/>
              <a:t>VS </a:t>
            </a:r>
            <a:r>
              <a:rPr lang="en-US" altLang="zh-CN" sz="2000" b="1" dirty="0" err="1"/>
              <a:t>NBFNet</a:t>
            </a:r>
            <a:endParaRPr lang="zh-CN" altLang="en-US" sz="2000" b="1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AD38B8B-5AD7-4E69-8471-4BAB3E984CEE}"/>
              </a:ext>
            </a:extLst>
          </p:cNvPr>
          <p:cNvSpPr/>
          <p:nvPr/>
        </p:nvSpPr>
        <p:spPr>
          <a:xfrm>
            <a:off x="4795644" y="578027"/>
            <a:ext cx="67999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/>
              <a:t>NBF </a:t>
            </a:r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3054419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DC1A6A49-4C9E-4FDC-B74E-2A88EA51B2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48" y="280830"/>
            <a:ext cx="10863303" cy="5650010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D5E638FC-26CA-4AE1-9F0F-92BFC0021E6D}"/>
              </a:ext>
            </a:extLst>
          </p:cNvPr>
          <p:cNvSpPr/>
          <p:nvPr/>
        </p:nvSpPr>
        <p:spPr>
          <a:xfrm>
            <a:off x="853439" y="5907920"/>
            <a:ext cx="9652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/>
              <a:t>仅使用</a:t>
            </a:r>
            <a:r>
              <a:rPr lang="en-US" altLang="zh-CN" dirty="0"/>
              <a:t>V-RMPNN</a:t>
            </a:r>
          </a:p>
          <a:p>
            <a:r>
              <a:rPr lang="en-US" altLang="zh-CN" dirty="0"/>
              <a:t>RSPMM+MLP</a:t>
            </a:r>
            <a:r>
              <a:rPr lang="zh-CN" altLang="en-US" dirty="0"/>
              <a:t>消息内聚</a:t>
            </a:r>
            <a:r>
              <a:rPr lang="en-US" altLang="zh-CN" dirty="0"/>
              <a:t>  </a:t>
            </a:r>
            <a:r>
              <a:rPr lang="zh-CN" altLang="en-US" b="1" dirty="0"/>
              <a:t>0.416 0.324 0.598</a:t>
            </a:r>
          </a:p>
        </p:txBody>
      </p:sp>
    </p:spTree>
    <p:extLst>
      <p:ext uri="{BB962C8B-B14F-4D97-AF65-F5344CB8AC3E}">
        <p14:creationId xmlns:p14="http://schemas.microsoft.com/office/powerpoint/2010/main" val="29865672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BB6A7CEC-6A5D-4663-A69A-6F8E4BBDB37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8838" b="64666"/>
          <a:stretch/>
        </p:blipFill>
        <p:spPr>
          <a:xfrm>
            <a:off x="1566522" y="1464979"/>
            <a:ext cx="9790476" cy="1105275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276A91F0-A119-46FD-A98A-0C71C8EB55DB}"/>
              </a:ext>
            </a:extLst>
          </p:cNvPr>
          <p:cNvSpPr/>
          <p:nvPr/>
        </p:nvSpPr>
        <p:spPr>
          <a:xfrm>
            <a:off x="790824" y="544618"/>
            <a:ext cx="9989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 err="1"/>
              <a:t>NBFNet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A7D6936-1CCA-495F-B68D-37122D7FD62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8551"/>
          <a:stretch/>
        </p:blipFill>
        <p:spPr>
          <a:xfrm>
            <a:off x="1464922" y="3121283"/>
            <a:ext cx="9790476" cy="1729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8947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3B46D57E-EA9E-4A6B-BD48-22BEA6F50A3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155" b="52209"/>
          <a:stretch/>
        </p:blipFill>
        <p:spPr>
          <a:xfrm>
            <a:off x="934719" y="2164080"/>
            <a:ext cx="9914286" cy="204216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66E63DE5-14B8-4F92-AB6A-A7282190824F}"/>
              </a:ext>
            </a:extLst>
          </p:cNvPr>
          <p:cNvSpPr/>
          <p:nvPr/>
        </p:nvSpPr>
        <p:spPr>
          <a:xfrm>
            <a:off x="435224" y="490974"/>
            <a:ext cx="9989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 err="1"/>
              <a:t>NBFNet</a:t>
            </a:r>
            <a:endParaRPr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0FBEE7F-8BF1-45FE-A4B7-649CCB735866}"/>
              </a:ext>
            </a:extLst>
          </p:cNvPr>
          <p:cNvSpPr/>
          <p:nvPr/>
        </p:nvSpPr>
        <p:spPr>
          <a:xfrm>
            <a:off x="3995256" y="1219451"/>
            <a:ext cx="30909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b="1" dirty="0"/>
              <a:t>消息聚合(AGGREGATE 函数)</a:t>
            </a:r>
          </a:p>
        </p:txBody>
      </p:sp>
    </p:spTree>
    <p:extLst>
      <p:ext uri="{BB962C8B-B14F-4D97-AF65-F5344CB8AC3E}">
        <p14:creationId xmlns:p14="http://schemas.microsoft.com/office/powerpoint/2010/main" val="21083524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488</TotalTime>
  <Words>39</Words>
  <Application>Microsoft Office PowerPoint</Application>
  <PresentationFormat>宽屏</PresentationFormat>
  <Paragraphs>14</Paragraphs>
  <Slides>10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4" baseType="lpstr">
      <vt:lpstr>等线</vt:lpstr>
      <vt:lpstr>等线 Light</vt:lpstr>
      <vt:lpstr>Arial</vt:lpstr>
      <vt:lpstr>Office 主题​​</vt:lpstr>
      <vt:lpstr>学习汇报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epsoft</dc:creator>
  <cp:lastModifiedBy>epsoft</cp:lastModifiedBy>
  <cp:revision>10</cp:revision>
  <dcterms:created xsi:type="dcterms:W3CDTF">2025-11-18T02:31:49Z</dcterms:created>
  <dcterms:modified xsi:type="dcterms:W3CDTF">2025-11-19T02:38:16Z</dcterms:modified>
</cp:coreProperties>
</file>